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01110D-8861-466F-984D-1CEEE218B0D2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5E108-1B7A-4401-81F7-E9F3376686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322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5E108-1B7A-4401-81F7-E9F33766866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690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A4C29-3D11-EF16-6225-8D89F9E72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DC178-81BF-01B3-FDF2-D0361855E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635B-7B40-6E10-3012-C3B1D6CC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065A6-EF74-2676-98FF-CA5677B1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8F80-F0D3-8E67-BF70-1CAB18BE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84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95C4-34EB-E985-A07C-C2843B05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B316A-47CE-7FE4-D558-95F6B7767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0DABB-F77B-0B46-B1B0-625E9077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5331-4691-6645-4830-C8AF23830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1688E-00F3-6A8F-0CAD-42305BDAB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11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A76D4-724E-F785-C204-6E3653B28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E3C82-C49C-A6E7-EC11-6C9297D05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1839A-10FB-A9DC-7A77-03855820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0DF5F-B0E1-1FE7-C896-81A799D0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979D8-B97A-3DD7-869F-4C6B85ED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644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08E7-5C4D-B036-281F-9E13D7E50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845D-CBED-CEBA-F3F8-3EF71BD4F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34DDE-B1AE-390A-187B-2C092C478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47301-962E-5BD1-6842-8F9F8BEA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4FF94-E71C-13FB-4F9A-B726E4D4C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AA4D3-5232-D807-E9E3-4EB634BA8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802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F5BB7-704E-B000-2A38-A87B6F04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A72A-DC7A-BE2F-CF0A-220E3918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94DD-1004-F1C1-2DBE-75C8F924A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CD273-64C1-038F-CE74-AC4461B39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3FE15-D077-6499-6B26-484D9CD1B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8989A-C436-81F8-55B3-8E6FE3C8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A76C7C-05D8-B5C8-BF9A-36C276C6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5569D5-128D-B490-D96E-6EF9A49C2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60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943B-2436-5D22-03DB-4E4D4EDE7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E9DC9-3DAB-C4B8-6242-973B9D0B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B07B2-0853-83A4-817D-070706C8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9F510-B358-5A95-B99C-24F172A0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F9C9C4-C7E1-3F16-B16C-85ADC049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D71B4-9E31-FE0B-A09C-EA9E7756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DDD02-B1AD-1F7A-4BDE-8C7224D6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677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C0E9-B0C8-BF51-343D-43FF372DE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89E0-ACAB-6809-3D76-80E5CBEF7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7A478-3881-4604-BDB6-6E4F7D74B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A8B8C-EE78-B993-0C89-23DD4D41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4FB80-36E1-7B5C-207B-AC4029B7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5A192-285B-F60C-A72D-6ACF963B8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273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2A89-AC29-A589-B6D3-033FAD37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FFBB52-D384-C68C-2A51-E3DB4295A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8BCD1-404F-B722-ABD0-01E50FE597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95455-5BFA-08D9-0379-8FD3C267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F8A03-0511-8A86-182E-6DD39E5A9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303C0-1A38-EF83-B01B-94CD522D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142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16B0-321D-288C-0CB1-C81BBA7A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E523D5-FFAA-8F36-53F9-BA5541A2FD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E7CC6-A91B-E843-8F71-E8B240E1F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980D9-068D-ED4A-1C96-9DE4E00B3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EAC9C-7127-B73E-ED7F-F99062B3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328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9D8876-B3DC-E703-8769-7138934F0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337F4-0C0B-3415-DE38-377567591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D42F3-4988-1DEB-84C1-5FB6792C4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A00E-6EB9-AEC7-9739-911BECEFF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446FA-B2BE-386F-0FB1-EFBFC0CA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76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109553-BBC0-EA9E-8F45-B64D73E6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09BB8-F801-F81F-7F20-8F0A684E0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88297-7D12-85E5-65A7-0FD421384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9EF9A-5033-4209-80F4-521ED7DC5966}" type="datetimeFigureOut">
              <a:rPr lang="en-GB" smtClean="0"/>
              <a:t>12/04/2025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42676-AEE9-F6E3-BD93-8114AAF24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A9016-D877-E1EC-AEAA-2F96E2A18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3D4D9-5F5C-410B-A0F0-8664B91DA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0479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03D7-2151-C056-284B-1F3ED693AE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/>
              <a:t>MATLAB Hackathon</a:t>
            </a:r>
            <a:endParaRPr lang="en-GB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ECEA1D-AD9E-75CC-7C7A-F76F4D8418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Group 2 </a:t>
            </a:r>
            <a:br>
              <a:rPr lang="en-US" sz="3600" dirty="0"/>
            </a:br>
            <a:r>
              <a:rPr lang="en-US" sz="3600" dirty="0"/>
              <a:t>Yash &amp; Helitha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90468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E382-859F-CCF4-F677-951B776B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1 - Idea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4BA2D-C842-780D-41E5-60678A841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students have 2 problems related to sleep</a:t>
            </a:r>
          </a:p>
          <a:p>
            <a:endParaRPr lang="en-US" dirty="0"/>
          </a:p>
          <a:p>
            <a:r>
              <a:rPr lang="en-US" dirty="0"/>
              <a:t>1. Not getting enough sleep (i.e. less than the expected amount,     ~ 8 hours)</a:t>
            </a:r>
          </a:p>
          <a:p>
            <a:endParaRPr lang="en-US" dirty="0"/>
          </a:p>
          <a:p>
            <a:r>
              <a:rPr lang="en-US" dirty="0"/>
              <a:t>2. Not getting good quality sleep (i.e. waking up in the middle of the night, waking up still tired) </a:t>
            </a:r>
          </a:p>
          <a:p>
            <a:endParaRPr lang="en-US" dirty="0"/>
          </a:p>
          <a:p>
            <a:r>
              <a:rPr lang="en-US" dirty="0"/>
              <a:t>Solution: Sleep tracking program for the student to log their sleep duration and quality, and receive corresponding advice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511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0BEA-06A8-BF11-4F57-BE2D040E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– Implementation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4737-392E-C613-1C6A-5D546594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created a menu-driven program where the user can choose one of 4 options:</a:t>
            </a:r>
          </a:p>
          <a:p>
            <a:pPr lvl="1"/>
            <a:r>
              <a:rPr lang="en-US" dirty="0"/>
              <a:t>1. Start a new sleep tracker</a:t>
            </a:r>
          </a:p>
          <a:p>
            <a:pPr lvl="1"/>
            <a:r>
              <a:rPr lang="en-US" dirty="0"/>
              <a:t>2. Add data to an existing tracker</a:t>
            </a:r>
          </a:p>
          <a:p>
            <a:pPr lvl="1"/>
            <a:r>
              <a:rPr lang="en-US" dirty="0"/>
              <a:t>3. View their sleep statistics and receive advice</a:t>
            </a:r>
          </a:p>
          <a:p>
            <a:pPr lvl="1"/>
            <a:r>
              <a:rPr lang="en-GB" dirty="0"/>
              <a:t>4. Quit the program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0EABF-E649-442B-DD18-552581AE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497" y="365125"/>
            <a:ext cx="4473145" cy="1158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B44FE3-C3C4-6F87-C7EA-ED2472FF2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6875" y="2331642"/>
            <a:ext cx="4169739" cy="2720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FD2DEE-88B7-66E4-C9F9-BED8351FD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6" y="4917283"/>
            <a:ext cx="5454930" cy="920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A5B56A-9509-B6E2-45D2-5672ACDA7D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434"/>
          <a:stretch/>
        </p:blipFill>
        <p:spPr>
          <a:xfrm>
            <a:off x="5648288" y="4917283"/>
            <a:ext cx="2453788" cy="194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3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B9099-0A28-10DC-B505-5B33D4CB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1 - Result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828EF-405A-CF43-3E9D-606BE1CDF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1" y="1690688"/>
            <a:ext cx="8363380" cy="4940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755B9E-ADED-71F9-B3D9-75D88A103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714" y="94366"/>
            <a:ext cx="3853005" cy="29871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68E6E2-395D-409B-5095-96A756261F31}"/>
              </a:ext>
            </a:extLst>
          </p:cNvPr>
          <p:cNvSpPr txBox="1"/>
          <p:nvPr/>
        </p:nvSpPr>
        <p:spPr>
          <a:xfrm>
            <a:off x="6501384" y="1367522"/>
            <a:ext cx="1481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enters sleep data from scratch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6A705-FE53-6243-B98F-D93B9FB6B756}"/>
              </a:ext>
            </a:extLst>
          </p:cNvPr>
          <p:cNvSpPr txBox="1"/>
          <p:nvPr/>
        </p:nvSpPr>
        <p:spPr>
          <a:xfrm>
            <a:off x="8857488" y="3333999"/>
            <a:ext cx="1758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enters new sleep data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750BD-4B1E-62C7-F0B6-8EEFE4E25C77}"/>
              </a:ext>
            </a:extLst>
          </p:cNvPr>
          <p:cNvSpPr txBox="1"/>
          <p:nvPr/>
        </p:nvSpPr>
        <p:spPr>
          <a:xfrm>
            <a:off x="3950643" y="4243982"/>
            <a:ext cx="1758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stats are displayed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06C8C-5E0B-4FCE-550A-C280E94A1291}"/>
              </a:ext>
            </a:extLst>
          </p:cNvPr>
          <p:cNvSpPr txBox="1"/>
          <p:nvPr/>
        </p:nvSpPr>
        <p:spPr>
          <a:xfrm>
            <a:off x="6720975" y="5305893"/>
            <a:ext cx="3015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Advice given since sleep duration is less than quality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AA1FD-A286-A8BC-3C7C-1ADEF9C2DC6D}"/>
              </a:ext>
            </a:extLst>
          </p:cNvPr>
          <p:cNvSpPr txBox="1"/>
          <p:nvPr/>
        </p:nvSpPr>
        <p:spPr>
          <a:xfrm>
            <a:off x="8404300" y="6261910"/>
            <a:ext cx="301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terminated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F3F72D-C401-7B06-1ED2-B78959491FB5}"/>
              </a:ext>
            </a:extLst>
          </p:cNvPr>
          <p:cNvCxnSpPr/>
          <p:nvPr/>
        </p:nvCxnSpPr>
        <p:spPr>
          <a:xfrm flipH="1">
            <a:off x="5312664" y="1690688"/>
            <a:ext cx="1124712" cy="1384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B1916A-C375-38D9-5E3B-32EF5A5A467F}"/>
              </a:ext>
            </a:extLst>
          </p:cNvPr>
          <p:cNvCxnSpPr/>
          <p:nvPr/>
        </p:nvCxnSpPr>
        <p:spPr>
          <a:xfrm flipH="1" flipV="1">
            <a:off x="7242048" y="3333999"/>
            <a:ext cx="1299344" cy="3231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BA6427-F78E-5EBB-48B5-696BEA30AB03}"/>
              </a:ext>
            </a:extLst>
          </p:cNvPr>
          <p:cNvCxnSpPr/>
          <p:nvPr/>
        </p:nvCxnSpPr>
        <p:spPr>
          <a:xfrm flipH="1">
            <a:off x="3334513" y="4705729"/>
            <a:ext cx="469391" cy="283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3FEC0E8-3BCA-AB1E-A26F-60FE8B8A81A1}"/>
              </a:ext>
            </a:extLst>
          </p:cNvPr>
          <p:cNvCxnSpPr/>
          <p:nvPr/>
        </p:nvCxnSpPr>
        <p:spPr>
          <a:xfrm flipH="1">
            <a:off x="6096000" y="5522976"/>
            <a:ext cx="478536" cy="173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856DCB-250F-1572-DB1E-DE7F7B2211E6}"/>
              </a:ext>
            </a:extLst>
          </p:cNvPr>
          <p:cNvCxnSpPr>
            <a:cxnSpLocks/>
          </p:cNvCxnSpPr>
          <p:nvPr/>
        </p:nvCxnSpPr>
        <p:spPr>
          <a:xfrm flipH="1" flipV="1">
            <a:off x="7571232" y="6446576"/>
            <a:ext cx="762337" cy="462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14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8D53B-5A98-F2A3-C419-EAD3C4B5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1 -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962F7-4C2F-D17D-2337-EC29338C7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Successes:</a:t>
            </a:r>
          </a:p>
          <a:p>
            <a:pPr lvl="1"/>
            <a:r>
              <a:rPr lang="en-US" dirty="0"/>
              <a:t>We were able to use MATLAB well to create a new sleep tracker, add new data, and display statistics</a:t>
            </a:r>
          </a:p>
          <a:p>
            <a:pPr lvl="1"/>
            <a:r>
              <a:rPr lang="en-US" dirty="0"/>
              <a:t>MATLAB was particularly useful in plotting the graph of the sleep duration in comparison to the expected sleep amount</a:t>
            </a:r>
          </a:p>
          <a:p>
            <a:pPr lvl="1"/>
            <a:endParaRPr lang="en-US" dirty="0"/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The user must enter a lot of data so they may not find it very interactive</a:t>
            </a:r>
          </a:p>
          <a:p>
            <a:pPr lvl="1"/>
            <a:r>
              <a:rPr lang="en-US" dirty="0"/>
              <a:t>This could be solved using the MATLAB app designer toolbox</a:t>
            </a:r>
          </a:p>
        </p:txBody>
      </p:sp>
    </p:spTree>
    <p:extLst>
      <p:ext uri="{BB962C8B-B14F-4D97-AF65-F5344CB8AC3E}">
        <p14:creationId xmlns:p14="http://schemas.microsoft.com/office/powerpoint/2010/main" val="156620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B775D-CBCA-0496-D236-CF02B44E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2 - Idea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C5816-764D-9781-B862-3B2B32937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people are getting lazier and lazier nowadays due to social media and digital content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decided to create a fitness tracker to motivate people to get active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user can also reliably see which activities burn the most calories so they can adapt their lifestyle accordingly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81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080CA-9F4A-DCB1-2E0F-ADEFFCAF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F0E5-4860-7B90-BF1A-805F6B53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– Implementation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2C8B9-5772-5139-2450-62F62F87C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First we plot a 3D trajectory of the route taken during a workout (e.g. while running)</a:t>
            </a:r>
          </a:p>
          <a:p>
            <a:r>
              <a:rPr lang="en-US" dirty="0"/>
              <a:t>Calculate and display the total distance travelled, and the number of steps completed</a:t>
            </a:r>
            <a:endParaRPr lang="en-GB" dirty="0"/>
          </a:p>
          <a:p>
            <a:r>
              <a:rPr lang="en-GB" dirty="0"/>
              <a:t>Using a low pass filter, we smoothen the velocity graphs for each direction</a:t>
            </a:r>
          </a:p>
          <a:p>
            <a:r>
              <a:rPr lang="en-GB" dirty="0"/>
              <a:t>Internally, we check for data anomalies and ignore them if required</a:t>
            </a:r>
          </a:p>
          <a:p>
            <a:r>
              <a:rPr lang="en-GB" dirty="0"/>
              <a:t>Finally, we use machine learning to classify each activity mode, using the activity data (smoothened) given</a:t>
            </a:r>
          </a:p>
          <a:p>
            <a:r>
              <a:rPr lang="en-US" dirty="0"/>
              <a:t>We also implemented a threshold-style method to classify activity modes</a:t>
            </a:r>
          </a:p>
        </p:txBody>
      </p:sp>
    </p:spTree>
    <p:extLst>
      <p:ext uri="{BB962C8B-B14F-4D97-AF65-F5344CB8AC3E}">
        <p14:creationId xmlns:p14="http://schemas.microsoft.com/office/powerpoint/2010/main" val="2148115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6D7E3-87DF-C699-4F63-168D423CC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FDDFA-AF50-12A1-26B2-BF07494B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2 - Result</a:t>
            </a:r>
            <a:endParaRPr lang="en-GB" dirty="0"/>
          </a:p>
        </p:txBody>
      </p:sp>
      <p:pic>
        <p:nvPicPr>
          <p:cNvPr id="6" name="Picture 5" descr="A computer code with green text&#10;&#10;AI-generated content may be incorrect.">
            <a:extLst>
              <a:ext uri="{FF2B5EF4-FFF2-40B4-BE49-F238E27FC236}">
                <a16:creationId xmlns:a16="http://schemas.microsoft.com/office/drawing/2014/main" id="{1C53A8E2-542E-970A-A1B5-8F2CBB680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37" y="1617536"/>
            <a:ext cx="4697313" cy="1811464"/>
          </a:xfrm>
          <a:prstGeom prst="rect">
            <a:avLst/>
          </a:prstGeom>
        </p:spPr>
      </p:pic>
      <p:pic>
        <p:nvPicPr>
          <p:cNvPr id="8" name="Picture 7" descr="A diagram of a calorie distribution&#10;&#10;AI-generated content may be incorrect.">
            <a:extLst>
              <a:ext uri="{FF2B5EF4-FFF2-40B4-BE49-F238E27FC236}">
                <a16:creationId xmlns:a16="http://schemas.microsoft.com/office/drawing/2014/main" id="{EE9442B8-E25D-D356-459D-0C310A3CDF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30" y="3591641"/>
            <a:ext cx="4086034" cy="3105386"/>
          </a:xfrm>
          <a:prstGeom prst="rect">
            <a:avLst/>
          </a:prstGeom>
        </p:spPr>
      </p:pic>
      <p:pic>
        <p:nvPicPr>
          <p:cNvPr id="10" name="Picture 9" descr="A close up of words&#10;&#10;AI-generated content may be incorrect.">
            <a:extLst>
              <a:ext uri="{FF2B5EF4-FFF2-40B4-BE49-F238E27FC236}">
                <a16:creationId xmlns:a16="http://schemas.microsoft.com/office/drawing/2014/main" id="{D311B08D-48BC-916B-7B23-3F64706AD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68" y="365125"/>
            <a:ext cx="4602227" cy="8208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FB5689-35DE-0C0F-0541-8940578F8C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64" y="1688736"/>
            <a:ext cx="6021793" cy="642984"/>
          </a:xfrm>
          <a:prstGeom prst="rect">
            <a:avLst/>
          </a:prstGeom>
        </p:spPr>
      </p:pic>
      <p:pic>
        <p:nvPicPr>
          <p:cNvPr id="14" name="Picture 13" descr="A close up of words&#10;&#10;AI-generated content may be incorrect.">
            <a:extLst>
              <a:ext uri="{FF2B5EF4-FFF2-40B4-BE49-F238E27FC236}">
                <a16:creationId xmlns:a16="http://schemas.microsoft.com/office/drawing/2014/main" id="{AAD3A36B-211D-0E5C-8FE7-C19BE9A8D7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444" y="2552417"/>
            <a:ext cx="5896356" cy="1084707"/>
          </a:xfrm>
          <a:prstGeom prst="rect">
            <a:avLst/>
          </a:prstGeom>
        </p:spPr>
      </p:pic>
      <p:pic>
        <p:nvPicPr>
          <p:cNvPr id="16" name="Picture 15" descr="A graph with a line graph&#10;&#10;AI-generated content may be incorrect.">
            <a:extLst>
              <a:ext uri="{FF2B5EF4-FFF2-40B4-BE49-F238E27FC236}">
                <a16:creationId xmlns:a16="http://schemas.microsoft.com/office/drawing/2014/main" id="{CD2AFC14-F4A3-9AA4-56B9-8EE8E11E0B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962" y="3857821"/>
            <a:ext cx="3641006" cy="293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65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CB977-F9F4-FB7B-6D9B-EFFD9C2C0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2 - Review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810AC-D4DD-CD6C-4445-F64F54440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Successes:</a:t>
            </a:r>
          </a:p>
          <a:p>
            <a:pPr lvl="1"/>
            <a:r>
              <a:rPr lang="en-US" dirty="0"/>
              <a:t>Calories, total distance and movement stats are all calculated accurately</a:t>
            </a:r>
          </a:p>
          <a:p>
            <a:pPr lvl="1"/>
            <a:r>
              <a:rPr lang="en-US" dirty="0"/>
              <a:t>Effective filtering of velocity and acceleration data</a:t>
            </a:r>
          </a:p>
          <a:p>
            <a:pPr lvl="1"/>
            <a:endParaRPr lang="en-US" dirty="0"/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Applying the trained model to real-life data was not very reliable</a:t>
            </a:r>
          </a:p>
          <a:p>
            <a:pPr lvl="1"/>
            <a:r>
              <a:rPr lang="en-US" dirty="0"/>
              <a:t>Could be due to overfitting, minimized with low alpha value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8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438</Words>
  <Application>Microsoft Office PowerPoint</Application>
  <PresentationFormat>Widescreen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MATLAB Hackathon</vt:lpstr>
      <vt:lpstr>Question 1 - Idea</vt:lpstr>
      <vt:lpstr>Question 1 – Implementation</vt:lpstr>
      <vt:lpstr>Question 1 - Result</vt:lpstr>
      <vt:lpstr>Question 1 - Review</vt:lpstr>
      <vt:lpstr>Question 2 - Idea</vt:lpstr>
      <vt:lpstr>Question 2 – Implementation</vt:lpstr>
      <vt:lpstr>Question 2 - Result</vt:lpstr>
      <vt:lpstr>Question 2 -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joshi</dc:creator>
  <cp:lastModifiedBy>yash joshi</cp:lastModifiedBy>
  <cp:revision>1</cp:revision>
  <dcterms:created xsi:type="dcterms:W3CDTF">2025-04-12T14:55:40Z</dcterms:created>
  <dcterms:modified xsi:type="dcterms:W3CDTF">2025-04-12T15:59:20Z</dcterms:modified>
</cp:coreProperties>
</file>